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FA36739-D20B-8C87-B5F0-0E2A28803440}">
          <p14:sldIdLst>
            <p14:sldId id="256"/>
            <p14:sldId id="257"/>
          </p14:sldIdLst>
        </p14:section>
        <p14:section name="등록 9단계" id="{E22E82FF-5397-4CD7-7883-2D56AAB2F11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마무리" id="{6FE906A0-3B1B-6BCF-3631-31B04F4333F3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96761D-56BF-4057-8F0E-1A267AD2EDB8}" v="2" dt="2026-10-29T18:54:23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 IL JUNG" userId="1c2d682eb4755233" providerId="LiveId" clId="{3487DF1E-0E9C-4966-8253-D79691C04FEB}"/>
    <pc:docChg chg="modSld">
      <pc:chgData name="JIN IL JUNG" userId="1c2d682eb4755233" providerId="LiveId" clId="{3487DF1E-0E9C-4966-8253-D79691C04FEB}" dt="2026-10-29T18:55:33.888" v="227" actId="207"/>
      <pc:docMkLst>
        <pc:docMk/>
      </pc:docMkLst>
      <pc:sldChg chg="addSp modSp mod">
        <pc:chgData name="JIN IL JUNG" userId="1c2d682eb4755233" providerId="LiveId" clId="{3487DF1E-0E9C-4966-8253-D79691C04FEB}" dt="2026-10-29T18:55:33.888" v="227" actId="207"/>
        <pc:sldMkLst>
          <pc:docMk/>
          <pc:sldMk cId="0" sldId="256"/>
        </pc:sldMkLst>
        <pc:spChg chg="mod">
          <ac:chgData name="JIN IL JUNG" userId="1c2d682eb4755233" providerId="LiveId" clId="{3487DF1E-0E9C-4966-8253-D79691C04FEB}" dt="2026-10-29T18:55:33.888" v="227" actId="207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JIN IL JUNG" userId="1c2d682eb4755233" providerId="LiveId" clId="{3487DF1E-0E9C-4966-8253-D79691C04FEB}" dt="2026-10-29T18:55:33.888" v="227" actId="207"/>
          <ac:spMkLst>
            <pc:docMk/>
            <pc:sldMk cId="0" sldId="256"/>
            <ac:spMk id="7" creationId="{27E77F5C-8681-470A-E095-347A457610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391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모두의 창업 코칭 스킬(modoo-startup-coach)을 Claude.ai 계정에 등록하는 방법입니다. 한 번만 하면 이후 모든 대화에서 자동으로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1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준비물 세 가지와 전체 9단계 흐름입니다. 회색 칸(1~2단계)은 처음 한 번만 확인하면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2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왼쪽 아래 프로필(이름)을 누르면 메뉴가 열립니다. 이메일·이름은 가렸습니다.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3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스킬이 DOCX 리포트를 만들려면 코드 실행이 필요합니다. 화면에도 'Skills 사용에 필요합니다'라고 적혀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4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설정 창을 닫고 왼쪽 메뉴의 '사용자 지정'으로 들어가면 Skills 화면이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5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다른 스킬 목록은 가렸습니다. 'Skill 만들기', 'Claude로 만들기'는 새 스킬을 직접 만드는 메뉴라 이번에는 쓰지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6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점선 상자에 파일을 끌어다 놓거나, 상자를 눌러 파일 선택 창에서 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7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미리보기에 스킬 이름과 설명이 보이면 올바른 파일입니다. 업로드를 누르면 보안 검사 후 등록됩니다.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8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업로드가 끝나면 오른쪽 아래 알림과 함께 스킬 상세 화면이 열립니다. 파일 13개가 모두 보이면 정상입니다.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9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내 Skills 목록 맨 위에 새 스킬이 보입니다. 다른 스킬 이름은 가렸습니다.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10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스킬 이름을 부르지 않아도 '모두의 창업' 요청이면 스킬이 자동으로 쓰입니다. 화면의 이름은 가렸습니다.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11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자주 막히는 네 가지 상황과 해결 방법입니다.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12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Noto Sans KR" panose="020B0200000000000000" pitchFamily="50" charset="-127"/>
              </a:rPr>
              <a:t>등록 경로 한 줄 요약: 사용자 지정 → Skills → + 추가 → Skill 업로드 → 파일 넣기 → 업로드.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" panose="020B0200000000000000" pitchFamily="50" charset="-127"/>
              </a:rPr>
              <a:t>13</a:t>
            </a:fld>
            <a:endParaRPr lang="en-US">
              <a:latin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1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Noto Sans KR" panose="020B0200000000000000" pitchFamily="50" charset="-127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832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4"/>
                </a:solidFill>
                <a:latin typeface="Noto Sans KR" panose="020B0200000000000000" pitchFamily="50" charset="-127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Noto Sans KR" panose="020B0200000000000000" pitchFamily="50" charset="-127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  <a:latin typeface="Noto Sans KR" panose="020B0200000000000000" pitchFamily="50" charset="-127"/>
              </a:rPr>
              <a:t>modoo-startup-coach · Claude.ai 스킬 등록 가이드 · 2026-10-30 화면 기준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 panose="020B0200000000000000" pitchFamily="50" charset="-127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Claude.ai에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스킬 등록하기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832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4"/>
                </a:solidFill>
              </a:rPr>
              <a:t>modoo-startup-coach를 내 계정에 올리는 9단계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화면 캡처로 따라 하기 · 약 5분</a:t>
            </a:r>
            <a:endParaRPr lang="en-US" sz="1800" dirty="0"/>
          </a:p>
        </p:txBody>
      </p:sp>
      <p:sp>
        <p:nvSpPr>
          <p:cNvPr id="4" name="shot-frame"/>
          <p:cNvSpPr/>
          <p:nvPr/>
        </p:nvSpPr>
        <p:spPr>
          <a:xfrm>
            <a:off x="6867144" y="1197864"/>
            <a:ext cx="4828032" cy="379279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shot" descr="s6_file_selec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34440"/>
            <a:ext cx="4754880" cy="3719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modoo-startup-coach · Claude.ai 스킬 등록 가이드 · 2026-10-30 화면 기준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7E77F5C-8681-470A-E095-347A457610DA}"/>
              </a:ext>
            </a:extLst>
          </p:cNvPr>
          <p:cNvSpPr txBox="1"/>
          <p:nvPr/>
        </p:nvSpPr>
        <p:spPr>
          <a:xfrm>
            <a:off x="731520" y="5907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작성자 </a:t>
            </a:r>
            <a:r>
              <a:rPr lang="en-US" altLang="ko-KR" sz="10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AI </a:t>
            </a:r>
            <a:r>
              <a:rPr lang="ko-KR" altLang="en-US" sz="10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프롬프트 연구소 소장 </a:t>
            </a:r>
            <a:r>
              <a:rPr lang="en-US" altLang="ko-KR" sz="10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 </a:t>
            </a:r>
            <a:r>
              <a:rPr lang="ko-KR" altLang="en-US" sz="1000" dirty="0" err="1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피플웨어교육컨설팅그룹</a:t>
            </a:r>
            <a:r>
              <a:rPr lang="ko-KR" altLang="en-US" sz="1000" dirty="0">
                <a:solidFill>
                  <a:schemeClr val="bg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대표 정진일</a:t>
            </a:r>
            <a:endParaRPr lang="en-US" sz="1000" dirty="0">
              <a:solidFill>
                <a:schemeClr val="bg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시작 전에 준비할 것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준비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5" name="prep-card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1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41732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스킬 파일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modoo-startup-coach.skill 파일을 준비해요. 압축을 풀지 말고 받은 그대로 올려요.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0" name="prep-card"/>
          <p:cNvSpPr/>
          <p:nvPr/>
        </p:nvSpPr>
        <p:spPr>
          <a:xfrm>
            <a:off x="4343400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617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2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21208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claude.ai 로그인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617720" y="2286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PC 브라우저에서 claude.ai에 로그인해요. 등록은 웹 화면에서 하는 게 가장 쉬워요.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5" name="prep-card"/>
          <p:cNvSpPr/>
          <p:nvPr/>
        </p:nvSpPr>
        <p:spPr>
          <a:xfrm>
            <a:off x="8138160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41248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3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00684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코드 실행 켜기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412480" y="2286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스킬이 리포트 파일을 만들려면 '클라우드에서 코드 실행'이 켜져 있어야 해요. (1~2단계)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4864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전체 순서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21" name="flow-chip"/>
          <p:cNvSpPr/>
          <p:nvPr/>
        </p:nvSpPr>
        <p:spPr>
          <a:xfrm>
            <a:off x="548640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48640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1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설정 열기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23" name="flow-chip"/>
          <p:cNvSpPr/>
          <p:nvPr/>
        </p:nvSpPr>
        <p:spPr>
          <a:xfrm>
            <a:off x="1787652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787652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2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코드 실행 켜기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25" name="flow-chip"/>
          <p:cNvSpPr/>
          <p:nvPr/>
        </p:nvSpPr>
        <p:spPr>
          <a:xfrm>
            <a:off x="3026664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026664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3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사용자 지정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27" name="flow-chip"/>
          <p:cNvSpPr/>
          <p:nvPr/>
        </p:nvSpPr>
        <p:spPr>
          <a:xfrm>
            <a:off x="4265676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265676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4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Skill 업로드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29" name="flow-chip"/>
          <p:cNvSpPr/>
          <p:nvPr/>
        </p:nvSpPr>
        <p:spPr>
          <a:xfrm>
            <a:off x="5504688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5504688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5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파일 넣기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31" name="flow-chip"/>
          <p:cNvSpPr/>
          <p:nvPr/>
        </p:nvSpPr>
        <p:spPr>
          <a:xfrm>
            <a:off x="6743700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743700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6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업로드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33" name="flow-chip"/>
          <p:cNvSpPr/>
          <p:nvPr/>
        </p:nvSpPr>
        <p:spPr>
          <a:xfrm>
            <a:off x="7982712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982712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7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등록 확인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35" name="flow-chip"/>
          <p:cNvSpPr/>
          <p:nvPr/>
        </p:nvSpPr>
        <p:spPr>
          <a:xfrm>
            <a:off x="9221724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9221724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8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목록 확인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37" name="flow-chip"/>
          <p:cNvSpPr/>
          <p:nvPr/>
        </p:nvSpPr>
        <p:spPr>
          <a:xfrm>
            <a:off x="10460736" y="4343400"/>
            <a:ext cx="1133856" cy="11887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0460736" y="4389120"/>
            <a:ext cx="1133856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9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</a:rPr>
              <a:t>대화에서 쓰기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1~2단계는 처음 한 번만 확인하면 돼요. 이미 켜져 있으면 3단계부터 시작하세요.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설정 열기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1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786384" y="1426464"/>
            <a:ext cx="4500053" cy="455371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1_profile_men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4426901" cy="4480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0" y="166420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852160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1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419088" y="1645920"/>
            <a:ext cx="5193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왼쪽 아래 내 이름을 누르고 '설정'을 고르세요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주황 상자가 '설정' 메뉴예요.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1" name="tip-card"/>
          <p:cNvSpPr/>
          <p:nvPr/>
        </p:nvSpPr>
        <p:spPr>
          <a:xfrm>
            <a:off x="5852160" y="3017520"/>
            <a:ext cx="5760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035040" y="3017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TIP  </a:t>
            </a: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단축키 Ctrl + Shift + , (쉼표)로도 열려요.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13" name="tip-card"/>
          <p:cNvSpPr/>
          <p:nvPr/>
        </p:nvSpPr>
        <p:spPr>
          <a:xfrm>
            <a:off x="5852160" y="3977640"/>
            <a:ext cx="5760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035040" y="39776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참고  </a:t>
            </a: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'클라우드에서 코드 실행'이 이미 켜져 있다면 3단계로 건너뛰어도 돼요.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'클라우드에서 코드 실행' 켜기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2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512064" y="1380744"/>
            <a:ext cx="6151397" cy="482803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2_capabilit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078245" cy="4754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69480" y="16184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269480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1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836408" y="160020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왼쪽 목록에서 '기능'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설정 창 왼쪽 '환경설정' 아래에 있어요.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269480" y="27889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26948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2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7836408" y="2770632"/>
            <a:ext cx="3822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'클라우드에서 코드 실행' 켜기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'코드 실행 및 파일 생성' 아래 스위치가 파란색이면 켜진 거예요.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4" name="tip-card"/>
          <p:cNvSpPr/>
          <p:nvPr/>
        </p:nvSpPr>
        <p:spPr>
          <a:xfrm>
            <a:off x="7269480" y="4343400"/>
            <a:ext cx="43891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7452360" y="4343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왜  </a:t>
            </a: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화면에 'Skills 사용에 필요합니다'라고 적혀 있어요. 꺼져 있으면 스킬이 파일을 만들지 못해요.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'사용자 지정'에서 Skills 열기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3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512064" y="1380744"/>
            <a:ext cx="11137392" cy="2066404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3_customiz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19932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9959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4864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1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115568" y="397764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왼쪽 메뉴 '사용자 지정'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새로 만들기·검색·프로젝트 아래에 있어요.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297680" y="39959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429768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2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4864608" y="397764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위쪽 'Skills' 탭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커넥터·플러그인 왼쪽에 있어요.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46720" y="39959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804672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3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613648" y="397764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오른쪽 위 '+ 추가'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누르면 메뉴가 열려요. (다음 단계)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7" name="tip-card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TIP  </a:t>
            </a: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설정 창 왼쪽의 '사용자 지정 → Skills'로 들어가도 같은 '+ 추가' 버튼이 있어요.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'+ 추가' → 'Skill 업로드'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4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512064" y="1380744"/>
            <a:ext cx="6151397" cy="482803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4_add_men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078245" cy="4754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69480" y="16184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269480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1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836408" y="160020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'+ 추가' 누르기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Skills 화면 오른쪽 위에 있어요.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269480" y="27889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26948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2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7836408" y="2770632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'Skill 업로드' 고르기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메뉴 맨 위 항목이에요.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4" name="tip-card"/>
          <p:cNvSpPr/>
          <p:nvPr/>
        </p:nvSpPr>
        <p:spPr>
          <a:xfrm>
            <a:off x="7269480" y="3931920"/>
            <a:ext cx="43891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7452360" y="3931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참고  </a:t>
            </a: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'Skill 만들기'와 'Claude로 만들기'는 스킬을 새로 만들 때 쓰는 메뉴예요.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스킬 파일 넣기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5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512064" y="1380744"/>
            <a:ext cx="6151397" cy="482803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5_upload_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078245" cy="4754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269480" y="15087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주황 상자(점선 칸)에 modoo-startup-coach.skill 파일을 끌어다 놓거나, 칸을 눌러 파일을 고르세요.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269480" y="28803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Noto Sans KR" panose="020B0200000000000000" pitchFamily="50" charset="-127"/>
              </a:rPr>
              <a:t>.skill 파일은 압축을 풀지 말고 그대로 올려요</a:t>
            </a:r>
            <a:endParaRPr lang="en-US" sz="1500" dirty="0">
              <a:latin typeface="Noto Sans KR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Noto Sans KR" panose="020B0200000000000000" pitchFamily="50" charset="-127"/>
              </a:rPr>
              <a:t>.skill·.zip(SKILL.md 포함)·.md 파일을 올릴 수 있어요</a:t>
            </a:r>
            <a:endParaRPr lang="en-US" sz="1500" dirty="0">
              <a:latin typeface="Noto Sans KR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Noto Sans KR" panose="020B0200000000000000" pitchFamily="50" charset="-127"/>
              </a:rPr>
              <a:t>여러 개를 한 번에 올릴 수도 있어요</a:t>
            </a:r>
            <a:endParaRPr lang="en-US" sz="1500" dirty="0">
              <a:latin typeface="Noto Sans KR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Noto Sans KR" panose="020B0200000000000000" pitchFamily="50" charset="-127"/>
              </a:rPr>
              <a:t>올리면 보안 검사가 자동으로 실행돼요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미리보기 확인 → '업로드'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6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512064" y="1380744"/>
            <a:ext cx="6151397" cy="482803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6_file_selec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078245" cy="4754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69480" y="16184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269480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1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836408" y="160020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파일 이름 확인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modoo-startup-coach.skill (약 70kB)이 보이면 선택된 거예요.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269480" y="27889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26948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2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7836408" y="2770632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'업로드' 누르기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보안 검사 후 등록돼요.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4" name="tip-card"/>
          <p:cNvSpPr/>
          <p:nvPr/>
        </p:nvSpPr>
        <p:spPr>
          <a:xfrm>
            <a:off x="7269480" y="3931920"/>
            <a:ext cx="43891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7452360" y="39319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확인  </a:t>
            </a: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미리보기에 'modoo-startup-coach'와 설명이 보이면 올바른 파일이에요. 잘못 골랐으면 오른쪽 X로 지우고 다시 고르세요.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등록 완료 확인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7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512064" y="1380744"/>
            <a:ext cx="7022592" cy="421677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7_uploa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949440" cy="414361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09560" y="16184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909560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1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476488" y="160020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'업로드했습니다' 알림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오른쪽 아래에 잠깐 떠요.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909560" y="27340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90956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2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8476488" y="2715768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스위치가 파란색(켜짐)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켜져 있어야 대화에서 쓰여요.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909560" y="384962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790956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3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476488" y="3831336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'내용' 탭의 파일 13개</a:t>
            </a:r>
            <a:endParaRPr lang="en-US" sz="1800" dirty="0">
              <a:latin typeface="Noto Sans KR" panose="020B0200000000000000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SKILL.md, references 9개, scripts 3개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7" name="tip-card"/>
          <p:cNvSpPr/>
          <p:nvPr/>
        </p:nvSpPr>
        <p:spPr>
          <a:xfrm>
            <a:off x="7909560" y="4754880"/>
            <a:ext cx="3749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8092440" y="47548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확인  </a:t>
            </a: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스위치가 회색이면 눌러서 켜세요. 파일 수가 13개보다 적으면 받은 .skill 파일로 다시 올려 보세요.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목록에서 확인하고 켜 두기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8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512064" y="1380744"/>
            <a:ext cx="5450061" cy="427939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8_list_af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76909" cy="4206240"/>
          </a:xfrm>
          <a:prstGeom prst="rect">
            <a:avLst/>
          </a:prstGeom>
        </p:spPr>
      </p:pic>
      <p:sp>
        <p:nvSpPr>
          <p:cNvPr id="8" name="shot-frame"/>
          <p:cNvSpPr/>
          <p:nvPr/>
        </p:nvSpPr>
        <p:spPr>
          <a:xfrm>
            <a:off x="6163056" y="1380744"/>
            <a:ext cx="5450061" cy="427939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shot" descr="s8b_over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417320"/>
            <a:ext cx="5376909" cy="42062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5760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내 Skills 목록 맨 위에 modoo-startup-coach가 보여요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6199632" y="5760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① 스위치로 켜고 끄기  ② '채팅에서 사용해보기'로 시험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새 대화에서 쓰기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9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6" name="shot-frame"/>
          <p:cNvSpPr/>
          <p:nvPr/>
        </p:nvSpPr>
        <p:spPr>
          <a:xfrm>
            <a:off x="512064" y="1380744"/>
            <a:ext cx="6839712" cy="1853826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shot" descr="s9_c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766560" cy="17806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0" y="146304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신청서 파일을 첨부하고(왼쪽 + 버튼) 요청하면 스킬이 자동으로 쓰여요.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680960" y="28803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</a:rPr>
              <a:t>스킬 이름을 부르지 않아도 '모두의 창업'이 들어간 요청이면 알아서 불러와요.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Noto Sans KR" panose="020B0200000000000000" pitchFamily="50" charset="-127"/>
              </a:rPr>
              <a:t>이렇게 말해 보세요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1" name="prompt-box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77240" y="4526280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KR" panose="020B0200000000000000" pitchFamily="50" charset="-127"/>
              </a:rPr>
              <a:t>모두의 창업 도전신청서 검토해서 피드백 리포트 만들어줘. 신청자: [이름] / 트랙: [일반·기술 또는 로컬]</a:t>
            </a:r>
            <a:endParaRPr lang="en-US" sz="1500" dirty="0">
              <a:latin typeface="Noto Sans KR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KR" panose="020B0200000000000000" pitchFamily="50" charset="-127"/>
              </a:rPr>
              <a:t>지원 자격이 되는지, 일반/기술과 로컬 중 어느 트랙이 맞는지 봐줘.</a:t>
            </a:r>
            <a:endParaRPr lang="en-US" sz="1500" dirty="0">
              <a:latin typeface="Noto Sans KR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Noto Sans KR" panose="020B0200000000000000" pitchFamily="50" charset="-127"/>
              </a:rPr>
              <a:t>오디션 발표자료 피드백하고 심사위원 예상 질문 20개 뽑아줘.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2588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이럴 땐 이렇게</a:t>
            </a:r>
            <a:endParaRPr lang="en-US" sz="3000" dirty="0"/>
          </a:p>
        </p:txBody>
      </p:sp>
      <p:sp>
        <p:nvSpPr>
          <p:cNvPr id="3" name="step-badge"/>
          <p:cNvSpPr/>
          <p:nvPr/>
        </p:nvSpPr>
        <p:spPr>
          <a:xfrm>
            <a:off x="548640" y="4389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?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faq-card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1691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'업로드' 버튼이 회색이에요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Noto Sans KR" panose="020B0200000000000000" pitchFamily="50" charset="-127"/>
              </a:rPr>
              <a:t>아직 파일을 고르지 않았어요. 점선 칸에 파일을 넣으면 버튼이 켜져요.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8" name="faq-card"/>
          <p:cNvSpPr/>
          <p:nvPr/>
        </p:nvSpPr>
        <p:spPr>
          <a:xfrm>
            <a:off x="6217920" y="141732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37960" y="1691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업로드가 안 돼요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Noto Sans KR" panose="020B0200000000000000" pitchFamily="50" charset="-127"/>
              </a:rPr>
              <a:t>압축을 풀었거나 파일 이름·내용이 바뀌었을 수 있어요. 받은 .skill 파일을 그대로 다시 올려 보세요.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1" name="faq-card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6868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대화에서 스킬이 안 쓰이는 것 같아요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8680" y="4709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Noto Sans KR" panose="020B0200000000000000" pitchFamily="50" charset="-127"/>
              </a:rPr>
              <a:t>스킬 스위치와 '클라우드에서 코드 실행'이 켜져 있는지 보고, 새 대화에서 '모두의 창업'을 넣어 요청하세요.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4" name="faq-card"/>
          <p:cNvSpPr/>
          <p:nvPr/>
        </p:nvSpPr>
        <p:spPr>
          <a:xfrm>
            <a:off x="6217920" y="384048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53796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KR" panose="020B0200000000000000" pitchFamily="50" charset="-127"/>
              </a:rPr>
              <a:t>새 버전 파일을 받았어요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537960" y="4709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Noto Sans KR" panose="020B0200000000000000" pitchFamily="50" charset="-127"/>
              </a:rPr>
              <a:t>같은 방법(+ 추가 → Skill 업로드)으로 새 파일을 올리세요. 같은 이름이 두 개 보이면 옛 것은 스위치를 꺼 두세요.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이제 신청서만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첨부하면 돼요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832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4"/>
                </a:solidFill>
              </a:rPr>
              <a:t>한 번 등록하면 다음 대화부터 계속 쓰여요.</a:t>
            </a:r>
            <a:endParaRPr lang="en-US" sz="1800" dirty="0"/>
          </a:p>
        </p:txBody>
      </p:sp>
      <p:sp>
        <p:nvSpPr>
          <p:cNvPr id="4" name="path-chip"/>
          <p:cNvSpPr/>
          <p:nvPr/>
        </p:nvSpPr>
        <p:spPr>
          <a:xfrm>
            <a:off x="731520" y="4663440"/>
            <a:ext cx="1572768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4663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사용자 지정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304288" y="46634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3"/>
                </a:solidFill>
                <a:latin typeface="Noto Sans KR" panose="020B0200000000000000" pitchFamily="50" charset="-127"/>
              </a:rPr>
              <a:t>›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7" name="path-chip"/>
          <p:cNvSpPr/>
          <p:nvPr/>
        </p:nvSpPr>
        <p:spPr>
          <a:xfrm>
            <a:off x="2578608" y="4663440"/>
            <a:ext cx="1572768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578608" y="4663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Skills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151376" y="46634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3"/>
                </a:solidFill>
                <a:latin typeface="Noto Sans KR" panose="020B0200000000000000" pitchFamily="50" charset="-127"/>
              </a:rPr>
              <a:t>›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10" name="path-chip"/>
          <p:cNvSpPr/>
          <p:nvPr/>
        </p:nvSpPr>
        <p:spPr>
          <a:xfrm>
            <a:off x="4425696" y="4663440"/>
            <a:ext cx="1572768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425696" y="4663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+ 추가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998464" y="46634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3"/>
                </a:solidFill>
                <a:latin typeface="Noto Sans KR" panose="020B0200000000000000" pitchFamily="50" charset="-127"/>
              </a:rPr>
              <a:t>›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13" name="path-chip"/>
          <p:cNvSpPr/>
          <p:nvPr/>
        </p:nvSpPr>
        <p:spPr>
          <a:xfrm>
            <a:off x="6272784" y="4663440"/>
            <a:ext cx="1572768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72784" y="4663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Skill 업로드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845552" y="46634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3"/>
                </a:solidFill>
                <a:latin typeface="Noto Sans KR" panose="020B0200000000000000" pitchFamily="50" charset="-127"/>
              </a:rPr>
              <a:t>›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16" name="path-chip"/>
          <p:cNvSpPr/>
          <p:nvPr/>
        </p:nvSpPr>
        <p:spPr>
          <a:xfrm>
            <a:off x="8119872" y="4663440"/>
            <a:ext cx="1572768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119872" y="4663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파일 넣기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692640" y="46634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3"/>
                </a:solidFill>
                <a:latin typeface="Noto Sans KR" panose="020B0200000000000000" pitchFamily="50" charset="-127"/>
              </a:rPr>
              <a:t>›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19" name="path-chip"/>
          <p:cNvSpPr/>
          <p:nvPr/>
        </p:nvSpPr>
        <p:spPr>
          <a:xfrm>
            <a:off x="9966960" y="4663440"/>
            <a:ext cx="1572768" cy="5669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966960" y="4663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anose="020B0200000000000000" pitchFamily="50" charset="-127"/>
              </a:rPr>
              <a:t>업로드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4"/>
                </a:solidFill>
                <a:latin typeface="Noto Sans KR" panose="020B0200000000000000" pitchFamily="50" charset="-127"/>
              </a:rPr>
              <a:t>"모두의 창업 신청서 검토해서 피드백 리포트 만들어줘"</a:t>
            </a:r>
            <a:endParaRPr lang="en-US" sz="1800" dirty="0">
              <a:latin typeface="Noto Sans KR" panose="020B0200000000000000" pitchFamily="50" charset="-127"/>
            </a:endParaRPr>
          </a:p>
        </p:txBody>
      </p:sp>
      <p:sp>
        <p:nvSpPr>
          <p:cNvPr id="22" name="shot-frame"/>
          <p:cNvSpPr/>
          <p:nvPr/>
        </p:nvSpPr>
        <p:spPr>
          <a:xfrm>
            <a:off x="7552944" y="1060704"/>
            <a:ext cx="4096512" cy="32205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shot" descr="s8b_over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97280"/>
            <a:ext cx="4023360" cy="31473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doo Skill Guide">
  <a:themeElements>
    <a:clrScheme name="Modoo Skill Guide">
      <a:dk1>
        <a:srgbClr val="1F1E1D"/>
      </a:dk1>
      <a:lt1>
        <a:srgbClr val="FFFFFF"/>
      </a:lt1>
      <a:dk2>
        <a:srgbClr val="4A4641"/>
      </a:dk2>
      <a:lt2>
        <a:srgbClr val="F3F3F1"/>
      </a:lt2>
      <a:accent1>
        <a:srgbClr val="E8702A"/>
      </a:accent1>
      <a:accent2>
        <a:srgbClr val="2E7D52"/>
      </a:accent2>
      <a:accent3>
        <a:srgbClr val="8A8580"/>
      </a:accent3>
      <a:accent4>
        <a:srgbClr val="D9D5CF"/>
      </a:accent4>
      <a:accent5>
        <a:srgbClr val="C8553D"/>
      </a:accent5>
      <a:accent6>
        <a:srgbClr val="3A6EA5"/>
      </a:accent6>
      <a:hlink>
        <a:srgbClr val="E8702A"/>
      </a:hlink>
      <a:folHlink>
        <a:srgbClr val="8A8580"/>
      </a:folHlink>
    </a:clrScheme>
    <a:fontScheme name="Modoo Skill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1032</Words>
  <Application>Microsoft Office PowerPoint</Application>
  <PresentationFormat>와이드스크린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Noto Sans KR</vt:lpstr>
      <vt:lpstr>Arial</vt:lpstr>
      <vt:lpstr>Modoo Skill Guide</vt:lpstr>
      <vt:lpstr>Claude.ai에 스킬 등록하기</vt:lpstr>
      <vt:lpstr>시작 전에 준비할 것</vt:lpstr>
      <vt:lpstr>설정 열기</vt:lpstr>
      <vt:lpstr>'클라우드에서 코드 실행' 켜기</vt:lpstr>
      <vt:lpstr>'사용자 지정'에서 Skills 열기</vt:lpstr>
      <vt:lpstr>'+ 추가' → 'Skill 업로드'</vt:lpstr>
      <vt:lpstr>스킬 파일 넣기</vt:lpstr>
      <vt:lpstr>미리보기 확인 → '업로드'</vt:lpstr>
      <vt:lpstr>등록 완료 확인</vt:lpstr>
      <vt:lpstr>목록에서 확인하고 켜 두기</vt:lpstr>
      <vt:lpstr>새 대화에서 쓰기</vt:lpstr>
      <vt:lpstr>이럴 땐 이렇게</vt:lpstr>
      <vt:lpstr>이제 신청서만 첨부하면 돼요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Claude.ai에 스킬 등록하기 - modoo-startup-coach</dc:title>
  <dc:subject>PptxGenJS Presentation</dc:subject>
  <dc:creator>AI프롬프트연구소 x 피플웨어교육컨설팅</dc:creator>
  <cp:lastModifiedBy>JIN IL JUNG</cp:lastModifiedBy>
  <cp:revision>1</cp:revision>
  <dcterms:created xsi:type="dcterms:W3CDTF">2026-10-29T18:50:31Z</dcterms:created>
  <dcterms:modified xsi:type="dcterms:W3CDTF">2026-10-29T18:55:36Z</dcterms:modified>
</cp:coreProperties>
</file>